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1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0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1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11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9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9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1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4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7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1FA68-5E6D-46F3-8401-33D4C189538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0DE4D-E795-4FA3-B7BB-05E5BEA0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0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Retrieval Augmented Generation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Hamza Zafar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2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Retrieval Augmented Generation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993" y="1825625"/>
            <a:ext cx="6376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8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Entities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221971" y="1971719"/>
            <a:ext cx="2111433" cy="63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RAW DOCUMENTS</a:t>
            </a:r>
            <a:endParaRPr lang="en-US" dirty="0"/>
          </a:p>
        </p:txBody>
      </p:sp>
      <p:sp>
        <p:nvSpPr>
          <p:cNvPr id="5" name="Isosceles Triangle 4"/>
          <p:cNvSpPr/>
          <p:nvPr/>
        </p:nvSpPr>
        <p:spPr>
          <a:xfrm>
            <a:off x="4616336" y="3547779"/>
            <a:ext cx="1086195" cy="929425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SYS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117571" y="1971719"/>
            <a:ext cx="2111433" cy="63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SPLITS DOCUMENT</a:t>
            </a:r>
            <a:endParaRPr lang="en-US" dirty="0"/>
          </a:p>
        </p:txBody>
      </p:sp>
      <p:sp>
        <p:nvSpPr>
          <p:cNvPr id="8" name="Isosceles Triangle 7"/>
          <p:cNvSpPr/>
          <p:nvPr/>
        </p:nvSpPr>
        <p:spPr>
          <a:xfrm>
            <a:off x="7586747" y="2578145"/>
            <a:ext cx="1410394" cy="1092323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EMBD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9500061" y="2808424"/>
            <a:ext cx="2111433" cy="63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STORE DATA</a:t>
            </a:r>
            <a:endParaRPr lang="en-US" dirty="0"/>
          </a:p>
        </p:txBody>
      </p:sp>
      <p:sp>
        <p:nvSpPr>
          <p:cNvPr id="10" name="Isosceles Triangle 9"/>
          <p:cNvSpPr/>
          <p:nvPr/>
        </p:nvSpPr>
        <p:spPr>
          <a:xfrm>
            <a:off x="3685311" y="5278577"/>
            <a:ext cx="1202574" cy="929425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USR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97823" y="5427407"/>
            <a:ext cx="2111433" cy="63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QUESTION</a:t>
            </a:r>
            <a:endParaRPr lang="en-US" dirty="0"/>
          </a:p>
        </p:txBody>
      </p:sp>
      <p:sp>
        <p:nvSpPr>
          <p:cNvPr id="12" name="Isosceles Triangle 11"/>
          <p:cNvSpPr/>
          <p:nvPr/>
        </p:nvSpPr>
        <p:spPr>
          <a:xfrm>
            <a:off x="7518167" y="5278577"/>
            <a:ext cx="1202574" cy="929425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LLM</a:t>
            </a:r>
            <a:endParaRPr lang="en-US" dirty="0"/>
          </a:p>
        </p:txBody>
      </p:sp>
      <p:cxnSp>
        <p:nvCxnSpPr>
          <p:cNvPr id="17" name="Elbow Connector 16"/>
          <p:cNvCxnSpPr>
            <a:stCxn id="4" idx="2"/>
            <a:endCxn id="5" idx="1"/>
          </p:cNvCxnSpPr>
          <p:nvPr/>
        </p:nvCxnSpPr>
        <p:spPr>
          <a:xfrm rot="16200000" flipH="1">
            <a:off x="2878283" y="2002890"/>
            <a:ext cx="1409006" cy="26101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5" idx="0"/>
            <a:endCxn id="6" idx="2"/>
          </p:cNvCxnSpPr>
          <p:nvPr/>
        </p:nvCxnSpPr>
        <p:spPr>
          <a:xfrm rot="5400000" flipH="1" flipV="1">
            <a:off x="4694215" y="3068706"/>
            <a:ext cx="944293" cy="138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8" idx="1"/>
            <a:endCxn id="5" idx="5"/>
          </p:cNvCxnSpPr>
          <p:nvPr/>
        </p:nvCxnSpPr>
        <p:spPr>
          <a:xfrm rot="10800000" flipV="1">
            <a:off x="5430982" y="3124306"/>
            <a:ext cx="2508364" cy="88818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5"/>
            <a:endCxn id="9" idx="1"/>
          </p:cNvCxnSpPr>
          <p:nvPr/>
        </p:nvCxnSpPr>
        <p:spPr>
          <a:xfrm>
            <a:off x="8644543" y="3124307"/>
            <a:ext cx="8555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1" idx="3"/>
            <a:endCxn id="10" idx="1"/>
          </p:cNvCxnSpPr>
          <p:nvPr/>
        </p:nvCxnSpPr>
        <p:spPr>
          <a:xfrm flipV="1">
            <a:off x="2709256" y="5743290"/>
            <a:ext cx="12766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0" idx="5"/>
          </p:cNvCxnSpPr>
          <p:nvPr/>
        </p:nvCxnSpPr>
        <p:spPr>
          <a:xfrm flipV="1">
            <a:off x="4587242" y="4435966"/>
            <a:ext cx="598513" cy="130732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5" idx="4"/>
            <a:endCxn id="12" idx="1"/>
          </p:cNvCxnSpPr>
          <p:nvPr/>
        </p:nvCxnSpPr>
        <p:spPr>
          <a:xfrm rot="16200000" flipH="1">
            <a:off x="6127628" y="4052107"/>
            <a:ext cx="1266086" cy="211628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34447" y="5427407"/>
            <a:ext cx="2111433" cy="63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ANSWERS</a:t>
            </a:r>
            <a:endParaRPr lang="en-US" dirty="0"/>
          </a:p>
        </p:txBody>
      </p:sp>
      <p:cxnSp>
        <p:nvCxnSpPr>
          <p:cNvPr id="41" name="Straight Arrow Connector 40"/>
          <p:cNvCxnSpPr>
            <a:stCxn id="12" idx="5"/>
            <a:endCxn id="39" idx="1"/>
          </p:cNvCxnSpPr>
          <p:nvPr/>
        </p:nvCxnSpPr>
        <p:spPr>
          <a:xfrm>
            <a:off x="8420098" y="5743290"/>
            <a:ext cx="12143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0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Retrieval Augmented Generation</vt:lpstr>
      <vt:lpstr>Retrieval Augmented Generation</vt:lpstr>
      <vt:lpstr>Entities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</dc:title>
  <dc:creator>hamza zafar</dc:creator>
  <cp:lastModifiedBy>hamza zafar</cp:lastModifiedBy>
  <cp:revision>8</cp:revision>
  <dcterms:created xsi:type="dcterms:W3CDTF">2025-12-26T19:06:13Z</dcterms:created>
  <dcterms:modified xsi:type="dcterms:W3CDTF">2025-12-26T19:43:06Z</dcterms:modified>
</cp:coreProperties>
</file>